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That risk targeting fails, and can raise churn,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three public RCTs have real randomised treatment, which is what allows causal evaluation; Hillstrom's two e-mail arms give four settings.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from make correlation-checks (D-074): the risk-lift correlation, which Ascarza (2018, Web Appendix A3.4) varied in a simulation, measured here from fitted models over thirty random splits of four settings from three public randomised experiments, and of a randomised trial of 60,000 simulated customers. Brackets are the 2.5th and 97.5th percentiles across splits. On the four real settings the uplift model's gain cannot be told from zero and the settings cannot be ordered. An earlier version of this table showed one split per row; the Hillstrom men's figure, +0.69, was the highest of the thirty. On the log-odds scale the real correlations are -0.46, +0.06, -0.22 and -0.05, so most of the positive correlation is the probability scale. In the simulated trial the uplift model wins on 30 of 30 splits; the simulator is configured to have a negative correlation. The indep. column (D-076) fits the risk model on customers the effect model never saw: sharing customers inflates the figure by at most 0.05. The dagger: the library's classifier stops early by default above 10,000 rows and each Hillstrom arm has about 10,650, so the treated and control models stopped at different rounds (70 against 26 on the split that gave +0.69; fitted alike it gives +0.35). With early stopping off the means hardly move and the ranges tighten to +0.17 to +0.42 and +0.04 to +0.31. Results fitted on 10,000 rows or fewer are unaffected. Bottom: at n = 500 on the real Hillstrom experiment the best of five methods beats random on 72.5% of 200 draws (exact 95% interval 66% to 79%; 84.5% at 1,000 and 95.5% at 2,000; the weakest method 62.5%), which is why win rate is reported instead of the mean. The abstention rule beats ranking on 93% of draws but does not beat doing nothing, because the break-even effect is four times the delivered effect. Against a re-implementation of Lemmens and Gupta's (2020) rule on 500 simulated pilots (make baseline, D-075) it is ahead on 78% of the draws that differ from 1,000 customers, on 26% at 250 and 47% at 500; it made money on 25 of the 139 draws on which it acted.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modelling the effect is not always worth its extra variance: on four public experiments, over thirty splits each, a plain model did as well (the correlation is Ascarza's, 2018; the measurement on public experiments is ours);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In field experiments, contact has raised churn (Ascarza et al., 2016; Ascarza, 2018): an offer can remind a dormant payer to cancel.</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(750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offer effect, π = outcome propensity  ·  correlation after Ascarza (2018)</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1645920"/>
                <a:gridCol w="1298448"/>
                <a:gridCol w="530352"/>
                <a:gridCol w="1280160"/>
              </a:tblGrid>
              <a:tr h="34747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Setting</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corr(τ, π)</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indep.</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Uplift gain / 1,000</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Criteo · advertising</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+0.58 [+0.51, +0.65]</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+0.56</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 [−0.1, +0.3]</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Hillstrom · men's e-mail †</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+0.28 [−0.21, +0.66]</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+0.19</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 [−3.0, +2.8]</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Hillstrom · women's e-mail †</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+0.18 [−0.07, +0.49]</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+0.11</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+2.6 [−1.9, +6.2]</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Lenta · retail promotion</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+0.13 [+0.05, +0.22]</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+0.13</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+0.6 [−0.1, +1.5]</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950" i="1" dirty="0">
                          <a:solidFill>
                            <a:srgbClr val="1B2733"/>
                          </a:solidFill>
                          <a:latin typeface="Calibri" pitchFamily="34" charset="0"/>
                          <a:ea typeface="Calibri" pitchFamily="34" charset="-122"/>
                          <a:cs typeface="Calibri" pitchFamily="34" charset="-120"/>
                        </a:rPr>
                        <a:t>SubSim · simulated trial*</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i="1" dirty="0">
                          <a:solidFill>
                            <a:srgbClr val="1B2733"/>
                          </a:solidFill>
                          <a:latin typeface="Calibri" pitchFamily="34" charset="0"/>
                          <a:ea typeface="Calibri" pitchFamily="34" charset="-122"/>
                          <a:cs typeface="Calibri" pitchFamily="34" charset="-120"/>
                        </a:rPr>
                        <a:t>−0.21 [−0.33, −0.07]</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i="1" dirty="0">
                          <a:solidFill>
                            <a:srgbClr val="1B2733"/>
                          </a:solidFill>
                          <a:latin typeface="Calibri" pitchFamily="34" charset="0"/>
                          <a:ea typeface="Calibri" pitchFamily="34" charset="-122"/>
                          <a:cs typeface="Calibri" pitchFamily="34" charset="-120"/>
                        </a:rPr>
                        <a:t>−0.17</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i="1" dirty="0">
                          <a:solidFill>
                            <a:srgbClr val="0B7A6B"/>
                          </a:solidFill>
                          <a:latin typeface="Calibri" pitchFamily="34" charset="0"/>
                          <a:ea typeface="Calibri" pitchFamily="34" charset="-122"/>
                          <a:cs typeface="Calibri" pitchFamily="34" charset="-120"/>
                        </a:rPr>
                        <a:t>+9.7 [+5.0, +14.4]</a:t>
                      </a:r>
                      <a:endParaRPr lang="en-US" sz="950" dirty="0">
                        <a:latin typeface="Calibri" charset="0"/>
                        <a:ea typeface="Calibri" charset="0"/>
                        <a:cs typeface="Calibri" charset="0"/>
                      </a:endParaRPr>
                    </a:p>
                  </a:txBody>
                  <a:tcPr marL="38100" marR="381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069080"/>
            <a:ext cx="4754880" cy="868680"/>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Fitted models; mean of 30 splits [2.5th–97.5th percentile]. Rows 1–4 are public experiments: no gain is clear of zero; on the log-odds scale their correlations are −0.46 to +0.06. indep. = risk fitted on other customers. † Range widened by the classifier's early stopping; with it off, +0.30 [+0.17, +0.42] and +0.16 [+0.04, +0.31]. * 60,000 simulated customers; the negative correlation is configured.</a:t>
            </a:r>
            <a:endParaRPr lang="en-US" sz="95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72.5%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200 draws where the best method beats random at n = 500 (real Hillstrom RCT; 95% interval 66–79%)</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ahead of Lemmens &amp; Gupta's rule only from n ≈ 1,000; never beats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750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Causal targeting does not always pay: on four public experiments a plain model did as well, and at n = 500 the best method beats random on 72.5% of draws.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Explain why abstention loses on most of the draws where it acts (114 of 139)</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JMR  ·  Ascarza, Iyengar &amp; Schleicher (2016), JMR  ·  Lemmens &amp; Gupta (2020), Marketing Science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Devriendt et al. (2021), Information Sciences  ·  Künzel et al. (2019), PNAS  ·  Kaufman et al. (2012) Leakage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RSF  ·  Katzman et al. (2018) DeepSurv  ·  Gelman et al. (2013) BDA</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2026-10-08T16:30:34Z</dcterms:created>
  <dcterms:modified xsi:type="dcterms:W3CDTF">2026-10-08T16:30:34Z</dcterms:modified>
</cp:coreProperties>
</file>